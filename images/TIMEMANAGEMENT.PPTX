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1959769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Time Management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6319599" y="420945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Time management is the art of organizing and planning your time effectively to achieve your goals. It involves identifying and prioritizing tasks, minimizing distractions, and developing strategies to maximize productivity.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19599" y="5897642"/>
            <a:ext cx="355402" cy="355402"/>
          </a:xfrm>
          <a:prstGeom prst="roundRect">
            <a:avLst>
              <a:gd name="adj" fmla="val 25726039"/>
            </a:avLst>
          </a:prstGeom>
          <a:solidFill>
            <a:srgbClr val="F920B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4491" y="6002179"/>
            <a:ext cx="185618" cy="146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115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786086" y="5880973"/>
            <a:ext cx="2047161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Sahil  Gumber</a:t>
            </a:r>
            <a:endParaRPr lang="en-US" sz="2187" dirty="0"/>
          </a:p>
        </p:txBody>
      </p:sp>
      <p:pic>
        <p:nvPicPr>
          <p:cNvPr id="10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346121"/>
            <a:ext cx="93064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Importance of Time Management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24171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1793" y="3283387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1555313" y="3318034"/>
            <a:ext cx="285761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Increased Productivity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555313" y="3798451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time management allows you to accomplish more in less time, leading to higher productivity and better results.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597485" y="324171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601" y="3283387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319599" y="331803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Stress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319599" y="3798451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have a clear plan and control over your time, you can reduce feelings of overwhelm and improve your overall well-being.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33199" y="561582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4172" y="5657493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1555313" y="5692140"/>
            <a:ext cx="365700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Work-Life Balance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555313" y="6172557"/>
            <a:ext cx="8584287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management helps you allocate time for work, personal, and leisure activities, leading to a healthier work-life balance.</a:t>
            </a:r>
            <a:endParaRPr lang="en-US" sz="1750" dirty="0"/>
          </a:p>
        </p:txBody>
      </p:sp>
      <p:pic>
        <p:nvPicPr>
          <p:cNvPr id="1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605796"/>
            <a:ext cx="1028259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Time Wasters and Distractions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744510"/>
            <a:ext cx="5166122" cy="1650802"/>
          </a:xfrm>
          <a:prstGeom prst="roundRect">
            <a:avLst>
              <a:gd name="adj" fmla="val 605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97430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454717"/>
            <a:ext cx="470654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Excessive use of social media can significantly disrupt productivity and focus.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744510"/>
            <a:ext cx="5166122" cy="1650802"/>
          </a:xfrm>
          <a:prstGeom prst="roundRect">
            <a:avLst>
              <a:gd name="adj" fmla="val 605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97430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Perfectionism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454717"/>
            <a:ext cx="470654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Striving for perfection might not always be healthy. Thus one should set realistic goals.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617482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48472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Procrastination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327690"/>
            <a:ext cx="470654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Putting off important tasks in favor of less urgent or enjoyable activities can lead to a backlog of work.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617482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48472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Multitasking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327690"/>
            <a:ext cx="470654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Trying to do too many things at once can actually decrease productivity and increase the likelihood of mistakes.</a:t>
            </a:r>
            <a:endParaRPr lang="en-US" sz="1750" dirty="0"/>
          </a:p>
        </p:txBody>
      </p:sp>
      <p:pic>
        <p:nvPicPr>
          <p:cNvPr id="1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869519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Techniques for Effective Time Management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8136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Pomodoro Technique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4383048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method involves working in focused 25-minute intervals followed by short breaks, to improve concentration and productivity.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8136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Blocking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4383048"/>
            <a:ext cx="315634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Dedicating specific blocks of time to specific tasks helps you stay on track and minimize distractions.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8136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Batching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4383048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Grouping similar tasks together and completing them in one sitting can improve efficiency and reduce time spent switching between tasks.</a:t>
            </a:r>
            <a:endParaRPr lang="en-US" sz="1750" dirty="0"/>
          </a:p>
        </p:txBody>
      </p:sp>
      <p:pic>
        <p:nvPicPr>
          <p:cNvPr id="1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25473"/>
            <a:ext cx="753332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Goal Setting and Prioritization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1144310" y="1953101"/>
            <a:ext cx="44410" cy="5351026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7" name="Shape 4"/>
          <p:cNvSpPr/>
          <p:nvPr/>
        </p:nvSpPr>
        <p:spPr>
          <a:xfrm>
            <a:off x="1416427" y="2354401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8" name="Shape 5"/>
          <p:cNvSpPr/>
          <p:nvPr/>
        </p:nvSpPr>
        <p:spPr>
          <a:xfrm>
            <a:off x="916484" y="212669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5077" y="2168366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7"/>
          <p:cNvSpPr/>
          <p:nvPr/>
        </p:nvSpPr>
        <p:spPr>
          <a:xfrm>
            <a:off x="2388513" y="217527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2388513" y="2655689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your most important and urgent tasks, and focus on completing them first.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416427" y="4212134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6484" y="398442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9599" y="4026098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2388513" y="403300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 SMART Goals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2388513" y="4513421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specific, measurable, achievable, relevant, and time-bound goals to stay on track.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1416427" y="6069866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8" name="Shape 15"/>
          <p:cNvSpPr/>
          <p:nvPr/>
        </p:nvSpPr>
        <p:spPr>
          <a:xfrm>
            <a:off x="916484" y="584215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7456" y="5883831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7"/>
          <p:cNvSpPr/>
          <p:nvPr/>
        </p:nvSpPr>
        <p:spPr>
          <a:xfrm>
            <a:off x="2388513" y="58907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and Adjust</a:t>
            </a:r>
            <a:endParaRPr lang="en-US" sz="2187" dirty="0"/>
          </a:p>
        </p:txBody>
      </p:sp>
      <p:sp>
        <p:nvSpPr>
          <p:cNvPr id="21" name="Text 18"/>
          <p:cNvSpPr/>
          <p:nvPr/>
        </p:nvSpPr>
        <p:spPr>
          <a:xfrm>
            <a:off x="2388513" y="6371153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review your goals and priorities, and adjust your plans as needed to stay adaptable.</a:t>
            </a:r>
            <a:endParaRPr lang="en-US" sz="1750" dirty="0"/>
          </a:p>
        </p:txBody>
      </p:sp>
      <p:pic>
        <p:nvPicPr>
          <p:cNvPr id="2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205633"/>
            <a:ext cx="783883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Blocking and Scheduling</a:t>
            </a:r>
            <a:endParaRPr lang="en-US" sz="437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993" y="3344347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Calendar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602361"/>
            <a:ext cx="329588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digital or physical calendar to schedule your time and maintain a clear overview of your commitments.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137" y="3344347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Blocking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602361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your day into specific time blocks for different tasks, allowing you to stay focused and on track.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344347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To-Do Lists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602361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detailed to-do lists to ensure you don't overlook important tasks and stay organized.</a:t>
            </a:r>
            <a:endParaRPr lang="en-US" sz="1750" dirty="0"/>
          </a:p>
        </p:txBody>
      </p:sp>
      <p:pic>
        <p:nvPicPr>
          <p:cNvPr id="14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872377"/>
            <a:ext cx="708838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Productivity Tools and Apps</a:t>
            </a:r>
            <a:endParaRPr lang="en-US" sz="437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993" y="3011091"/>
            <a:ext cx="3518059" cy="888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0163" y="423302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Management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260163" y="4713446"/>
            <a:ext cx="307371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Apps like Trello, Asana, and Todoist can help you organize and track your tasks.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2" y="3011091"/>
            <a:ext cx="3518178" cy="888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8222" y="423302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Tracking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778222" y="4713446"/>
            <a:ext cx="307383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devices have inbuilt timers which can provide valuable insights into how you spend your time.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229" y="3011091"/>
            <a:ext cx="3518178" cy="888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23302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Distraction Blocking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713446"/>
            <a:ext cx="307383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Apps like MINIMALIST PHONE and FOCUS MODE can help you minimize distractions and stay focused.</a:t>
            </a:r>
            <a:endParaRPr lang="en-US" sz="1750" dirty="0"/>
          </a:p>
        </p:txBody>
      </p:sp>
      <p:pic>
        <p:nvPicPr>
          <p:cNvPr id="14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93225"/>
            <a:ext cx="797266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and Key Takeaways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330553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3347204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338185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 and Plan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862268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your most important tasks and create a clear plan to tackle them.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6285" y="330553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401" y="3347204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8148399" y="338185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Minimize Distractions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8148399" y="3862268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strategies to reduce time-wasting activities and stay focused.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037993" y="496883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8965" y="5010507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2760107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Utilize Tools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2760107" y="5525572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advantage of productivity apps and technology to streamline your workflow.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6285" y="496883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5234" y="5010507"/>
            <a:ext cx="18204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148399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and Adjust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8148399" y="5525572"/>
            <a:ext cx="444400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evaluate your time management approach and make changes as needed.</a:t>
            </a:r>
            <a:endParaRPr lang="en-US" sz="1750" dirty="0"/>
          </a:p>
        </p:txBody>
      </p:sp>
      <p:pic>
        <p:nvPicPr>
          <p:cNvPr id="2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2024-04-23T18:38:06Z</dcterms:created>
  <dcterms:modified xsi:type="dcterms:W3CDTF">2024-04-23T18:38:06Z</dcterms:modified>
</cp:coreProperties>
</file>